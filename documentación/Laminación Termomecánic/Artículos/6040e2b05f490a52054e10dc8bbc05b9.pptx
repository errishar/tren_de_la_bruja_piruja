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</p:sldIdLst>
  <p:notesMasterIdLst>
    <p:notesMasterId r:id="rId168"/>
  </p:notesMasterIdLst>
  <p:sldSz cx="14630400" cy="18930938"/>
  <p:notesSz cx="18930938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notesMaster" Target="notesMasters/notes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heme" Target="theme/theme1.xml"/><Relationship Id="rId1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166</Slides>
  <Notes>166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166</vt:i4>
      </vt:variant>
    </vt:vector>
  </HeadingPairs>
  <TitlesOfParts>
    <vt:vector size="1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2025-02-02T09:49:37Z</dcterms:created>
  <dcterms:modified xsi:type="dcterms:W3CDTF">2025-02-02T09:49:37Z</dcterms:modified>
</cp:coreProperties>
</file>